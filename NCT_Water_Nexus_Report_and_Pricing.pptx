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โครงการระบบตรวจวัดคุณภาพน้ำอัจฉริยะ 100 ชุด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และใบเสนอราคาทางการ (100 ชุด)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ระบบแดชบอร์ดคู่ขนาน: Centralized Web Dashboard (จอใหญ่ห้องควบคุม) + Modela Mobile App (5 หน้าเมนู)</a:t>
            </a:r>
            <a:br/>
            <a:r>
              <a:t>• [แบบที่ 1] Plug &amp; Play (ตู้สำเร็จรูป + Web 100 จุด + Cloud 1 ปี): ฿36,000 / ชุด (มูลค่ารวม ฿3,600,000 บาท)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ภาพรวมโครงการและข้อกำหนดทางเทคนิค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(index.html)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💻 คำอธิบายฟังก์ชันหน้าจอ Web Dashboard: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❶ สถานะระบบ &amp; ไฟเลี้ยง 24V: แสดงสถานะ Healthy, สัญญาณ 4G/WiFi และระบบไฟ Switching 24V ปกติ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❹ ไดอะแกรมเชื่อมต่อ: ตรวจจับสายสัญญาณ WiFi ➔ Display ➔ Sensor Probes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Power 24V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 100 สถานี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 4 ค่า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15-20 Mbps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ส่งข้อมูลขึ้นระบบคลาวด์ตลอด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มาตรฐานชุดอุปกรณ์: สำเร็จรูปพร้อมติดตั้ง 100 จุด สื่อสาร 4G LTE และ Cloud Dashboard ครบวงจร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ชุดอุปกรณ์ประกอบสำเร็จรูป ตรวจสอบระบบไฟฟ้า และทดสอบสัญญาณเชื่อมต่อออนไลน์ 100% ก่อนส่งมอบหน้างาน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ข้อเสนอราคาโครงการทางการ (ส่งมอบตู้สำเร็จรูป + Web 100 จุด + Cloud 1 ปี)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69494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9494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1] Plug &amp; Play (ส่งมอบตู้สำเร็จรูป + Web 100 จุด + Cloud 1 ปี)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All-in-One IoT Solution (ราคา ฿36,000 บาท / ชุด | รวม 100 ชุด = ฿3,600,000 บาท)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640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50">
                <a:solidFill>
                  <a:srgbClr val="0F172A"/>
                </a:solidFill>
              </a:defRPr>
            </a:pPr>
            <a:r>
              <a:t>📋 ขอบเขตงานและรายการส่งมอบครบวงจร (Scope of Deliverables):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ประกอบตู้คอนโทรลสำเร็จรูป IP65 พร้อม Switching 24V &amp; Surge Protection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ชุดเซนเซอร์ 4 ค่า (Modela One + pH แก้ว + TDS Titanium + PT1000 + คลอรีน Cybertice)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เราเตอร์ 4G LTE (TP-Link TL-MR100) พร้อมซิมการ์ด IoT Unlimited Data 12 เดือนเต็ม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รวมระบบ Centralized Web Dashboard 100 จุด + Cloud Server License ฟรี 1 ปีแรก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Modela Mobile Companion App 5 หน้าเมนู (Home/History/100 Devices/Calib/Settings)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ระบบแจ้งเตือน Real-time อัตโนมัติ 24 ชม. ผ่าน Telegram (ฟรีตลอดชีพ) และ LINE OA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จัดส่งอุปกรณ์สำเร็จรูปถึงหน้างาน พร้อมคู่มือและแบบแปลนการต่อท่อบายพาส (ลูกค้าติดตั้งเอง)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รับประกันอุปกรณ์ฮาร์ดแวร์และเซนเซอร์ตลอด 1 ปีเต็ม</a:t>
            </a:r>
          </a:p>
          <a:p>
            <a:pPr>
              <a:spcBef>
                <a:spcPts val="600"/>
              </a:spcBef>
              <a:defRPr b="1" sz="1200">
                <a:solidFill>
                  <a:srgbClr val="0284C7"/>
                </a:solidFill>
              </a:defRPr>
            </a:pPr>
            <a:r>
              <a:t>💰 ราคาต่อชุด: ฿36,000 บาท  |  มูลค่าโครงการรวม (100 ชุด): ฿3,600,000 บาท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463040"/>
            <a:ext cx="35048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1391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59669"/>
                </a:solidFill>
              </a:defRPr>
            </a:pPr>
            <a:r>
              <a:t>★ บริการเสริมพิเศษ (Add-on):</a:t>
            </a:r>
          </a:p>
          <a:p>
            <a:pPr>
              <a:spcAft>
                <a:spcPts val="1400"/>
              </a:spcAft>
              <a:defRPr sz="919">
                <a:solidFill>
                  <a:srgbClr val="0F172A"/>
                </a:solidFill>
              </a:defRPr>
            </a:pPr>
            <a:r>
              <a:t>หากต้องการให้ทีมวิศวกรเข้าติดตั้ง ยึดตู้ เดินท่อบายพาส และสอบเทียบหัววัดหน้างาน 100 จุด:</a:t>
            </a:r>
            <a:br/>
            <a:r>
              <a:t>➡️ +฿8,000 / จุด (รวม +฿800,000)</a:t>
            </a:r>
          </a:p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🔄 การต่อสัญญาปีถัดไป (Year 2+):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ปีที่ 1: ฟรี Cloud &amp; Dashboard ตลอด 12 เดือน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ปีที่ 2 เป็นต้นไป: ค่าบริการ Cloud Server License &amp; Software MA เพียงปีละ 120,000 บาท (1,200 บ./จุด/ปี)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</a:defRPr>
            </a:pPr>
            <a:r>
              <a:t>• รวมการอัปเดตระบบ สำรองฐานข้อมูล และดูแลความปลอดภัย 24 ชม.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 (100 ชุด)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[แบบที่ 1] Plug &amp; Play (ส่งมอบตู้สำเร็จรูป + Web 100 จุด + Cloud 1 ปี):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ราคาเสนอขายต่อชุด: ฿36,000 บาท / ชุด</a:t>
            </a:r>
            <a:br/>
            <a:r>
              <a:t>• มูลค่าโครงการรวม (100 ชุด): ฿3,600,000 บาท (สามล้านหกแสนบาทถ้วน)</a:t>
            </a:r>
            <a:br/>
            <a:r>
              <a:t>• รวมครบ: ตู้ IP65 + 4 เซนเซอร์ + ซิม 4G + Web Dashboard 100 จุด + Mobile App + Cloud 1 ปี</a:t>
            </a:r>
            <a:br/>
            <a:r>
              <a:t>• บริการเสริมติดตั้ง &amp; สอบเทียบหน้างาน (Optional Add-on): +฿8,000 บาท/จุด (รวม +฿800,000 บาท)</a:t>
            </a:r>
            <a:br/>
            <a:r>
              <a:t>• ปีที่ 2 เป็นต้นไป: ค่าบริการ Cloud Server &amp; Software MA ปีละ 120,000 บาท/ปี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