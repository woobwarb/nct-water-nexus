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 (1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Dashboard (จอใหญ่ห้องควบคุม) + Modela Mobile App (5 หน้าเมนู)</a:t>
            </a:r>
            <a:br/>
            <a:r>
              <a:t>• ราคาเสนอขายมาตรฐาน: ฿45,000 / ชุด (พร้อมเงื่อนไขส่วนลดพิเศษเมื่อสั่งซื้อ 100 ชุดขึ้นไป เหลือ ฿36,000 / ชุด)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(index.html)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Web Dashboard: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15-20 Mbps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ส่งข้อมูลขึ้นระบบคลาวด์ตลอด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มาตรฐานชุดอุปกรณ์: สำเร็จรูปพร้อมติดตั้ง สื่อสาร 4G LTE และ Cloud Dashboard ครบวงจร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ชุดอุปกรณ์ประกอบสำเร็จรูป ตรวจสอบระบบไฟฟ้า และทดสอบสัญญาณเชื่อมต่อออนไลน์ 100% ก่อนส่งมอบหน้างาน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(ราคามาตรฐานต่อ 1 ชุด + ส่วนลดโครงการ &gt;100 ชุด)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9494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9494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ชุดอุปกรณ์ตรวจวัดคุณภาพน้ำสำเร็จรูปพร้อมระบบออนไลน์ (1 ชุด)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All-in-One IoT Solution (ราคาเสนอขายมาตรฐาน ฿45,000 บาท / 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640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50">
                <a:solidFill>
                  <a:srgbClr val="0F172A"/>
                </a:solidFill>
              </a:defRPr>
            </a:pPr>
            <a:r>
              <a:t>📋 ขอบเขตงานและรายการส่งมอบครบวงจรใน 1 ชุด: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ประกอบตู้คอนโทรลสำเร็จรูป IP65 พร้อม Switching 24V &amp; Surge Protection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ชุดเซนเซอร์ 4 ค่า (Modela One + pH แก้ว + TDS Titanium + PT1000 + คลอรีน Cybertice)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เราเตอร์ 4G LTE (TP-Link TL-MR100) พร้อมซิมการ์ด IoT Unlimited Data 12 เดือนเต็ม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รวมระบบ Centralized Web Dashboard + Cloud Server License ฟรี 1 ปีแรก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Modela Mobile Companion App 5 หน้าเมนู (Home/History/Devices/Calib/Settings)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ระบบแจ้งเตือน Real-time อัตโนมัติ 24 ชม. ผ่าน Telegram (ฟรีตลอดชีพ) และ LINE OA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จัดส่งอุปกรณ์สำเร็จรูปถึงหน้างาน พร้อมคู่มือและแบบแปลนการต่อท่อบายพาส (ลูกค้าติดตั้งเอง)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รับประกันอุปกรณ์ฮาร์ดแวร์และเซนเซอร์ตลอด 1 ปีเต็ม</a:t>
            </a:r>
          </a:p>
          <a:p>
            <a:pPr>
              <a:spcBef>
                <a:spcPts val="600"/>
              </a:spcBef>
              <a:defRPr b="1" sz="1200">
                <a:solidFill>
                  <a:srgbClr val="0284C7"/>
                </a:solidFill>
              </a:defRPr>
            </a:pPr>
            <a:r>
              <a:t>💰 ราคาเสนอขายมาตรฐาน: ฿45,000 บาท / ชุด (สี่หมื่นห้าพันบาทถ้วน)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3504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59669"/>
                </a:solidFill>
              </a:defRPr>
            </a:pPr>
            <a:r>
              <a:t>🌟 ส่วนลดพิเศษระดับโครงการ (&gt;100 ชุด):</a:t>
            </a:r>
          </a:p>
          <a:p>
            <a:pPr>
              <a:spcAft>
                <a:spcPts val="1200"/>
              </a:spcAft>
              <a:defRPr sz="919" b="1">
                <a:solidFill>
                  <a:srgbClr val="0F172A"/>
                </a:solidFill>
              </a:defRPr>
            </a:pPr>
            <a:r>
              <a:t>กรณีสั่งซื้อตั้งแต่ 100 ชุดขึ้นไป:</a:t>
            </a:r>
            <a:br/>
            <a:r>
              <a:t>➡️ เหลือเพียง ฿36,000 บาท / ชุด</a:t>
            </a:r>
            <a:br/>
            <a:r>
              <a:t>(รวม 100 ชุด = ฿3,600,000 บาท ประหยัดทันที ฿900,000)</a:t>
            </a:r>
          </a:p>
          <a:p>
            <a:pPr>
              <a:spcAft>
                <a:spcPts val="1200"/>
              </a:spcAft>
              <a:defRPr sz="850">
                <a:solidFill>
                  <a:srgbClr val="64748B"/>
                </a:solidFill>
              </a:defRPr>
            </a:pPr>
            <a:r>
              <a:t>★ บริการเสริมติดตั้งหน้างาน (Add-on):</a:t>
            </a:r>
            <a:br/>
            <a:r>
              <a:t>+฿8,000 / จุด (ทีมวิศวกรเข้าติดตั้งและสอบเทียบ)</a:t>
            </a:r>
          </a:p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🔄 การต่อสัญญาปีถัดไป (Year 2+):</a:t>
            </a:r>
          </a:p>
          <a:p>
            <a:pPr>
              <a:spcAft>
                <a:spcPts val="200"/>
              </a:spcAft>
              <a:defRPr sz="819">
                <a:solidFill>
                  <a:srgbClr val="64748B"/>
                </a:solidFill>
              </a:defRPr>
            </a:pPr>
            <a:r>
              <a:t>• ปีที่ 1: ฟรี Cloud &amp; Dashboard ตลอด 12 เดือน</a:t>
            </a:r>
          </a:p>
          <a:p>
            <a:pPr>
              <a:spcAft>
                <a:spcPts val="200"/>
              </a:spcAft>
              <a:defRPr sz="819">
                <a:solidFill>
                  <a:srgbClr val="64748B"/>
                </a:solidFill>
              </a:defRPr>
            </a:pPr>
            <a:r>
              <a:t>• ปีที่ 2 เป็นต้นไป: ค่าบริการ Cloud Server License &amp; Software MA เพียงปีละ 1,200 บาท/ชุด/ปี (100 บ./เดือน)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ชุดอุปกรณ์ตรวจวัดคุณภาพน้ำสำเร็จรูปพร้อมระบบออนไลน์ (1 ชุดมาตรฐาน):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ราคาเสนอขายมาตรฐาน (1 ชุด): ฿45,000 บาท / ชุด</a:t>
            </a:r>
            <a:br/>
            <a:r>
              <a:t>• ส่วนลดพิเศษระดับโครงการ (สั่งซื้อตั้งแต่ 100 ชุดขึ้นไป): ฿36,000 บาท / ชุด (มูลค่ารวม ฿3,600,000 บาท)</a:t>
            </a:r>
            <a:br/>
            <a:r>
              <a:t>• รวมครบ: ตู้ IP65 + 4 เซนเซอร์ + ซิม 4G + Web Dashboard + Mobile App + Cloud 1 ปี</a:t>
            </a:r>
            <a:br/>
            <a:r>
              <a:t>• บริการเสริมติดตั้ง &amp; สอบเทียบหน้างาน (Optional Add-on): +฿8,000 บาท/จุด</a:t>
            </a:r>
            <a:br/>
            <a:r>
              <a:t>• ปีที่ 2 เป็นต้นไป: ค่าบริการ Cloud Server &amp; Software MA เพียง 1,200 บาท/ชุด/ปี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