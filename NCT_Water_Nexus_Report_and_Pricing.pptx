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โครงการระบบตรวจวัดคุณภาพน้ำอัจฉริยะ 100 ชุด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 SCADA และโครงสร้างราคา (100 ชุด)</a:t>
            </a:r>
          </a:p>
          <a:p>
            <a:pPr>
              <a:spcAft>
                <a:spcPts val="2800"/>
              </a:spcAft>
              <a:defRPr sz="120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ระบบแดชบอร์ดคู่ขนาน: Centralized Web SCADA (จอใหญ่ห้องควบคุม) + Modela Mobile App (5 หน้าเมนู)</a:t>
            </a:r>
            <a:br/>
            <a:r>
              <a:t>• โครงสร้างราคาและใบเสนอราคาโครงการ 100 ชุด สรุปไว้ท้ายสุด (สไลด์ 6-8)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ภาพรวมโครงการและข้อกำหนดทางเทคนิค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Web SCADA Dashboard จริง (index.html)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💻 คำอธิบายฟังก์ชันหน้าจอ SCADA: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❶ สถานะระบบ &amp; แบตเตอรี่: แสดงสถานะ Healthy, สัญญาณ 4G/WiFi และแบต LiFePO4 (90%)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❹ ไดอะแกรมเชื่อมต่อ: ตรวจจับสายสัญญาณ WiFi ➔ Display ➔ Sensor Probes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Battery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 100 สถานี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กำไรเต็มเม็ดเต็มหน่วย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(การ์ดสถานะยอดนิยม)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ใช้งานง่ายในกลุ่มไลน์ผู้บริหาร (+฿1,500/จุด เพื่อซับพอร์ตค่า Broadcast LINE)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ตารางต้นทุนฮาร์ดแวร์และอุปกรณ์ต่อชุด (Hardware BOM per Unit)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pH/TDS/Temp + คลอรีน Cybertice)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฿17,000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(Modbus RTU/RS-485)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/ EC Titanium Dual-Pole</a:t>
            </a:r>
            <a:br/>
            <a:r>
              <a:t>• หัววัดอุณหภูมิ PT1000 (พร้อม ATC ชดเชยอุณหภูมิ)</a:t>
            </a:r>
            <a:br/>
            <a:r>
              <a:t>• เซนเซอร์คลอรีนคงเหลือ Cybertice (Residual Chlorine)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เชื่อมต่อระบบ Telemetry สดทุก 1 วินาที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รายปี (Unlimited 15-20 Mbps)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 (15-20 Mbps)</a:t>
            </a:r>
            <a:br/>
            <a:r>
              <a:t>• รวมค่าบริการเครือข่าย 12 เดือนเต็ม</a:t>
            </a:r>
            <a:br/>
            <a:r>
              <a:t>• ส่งข้อมูลขึ้นระบบคลาวด์และแจ้งเตือน 24 ชม.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 + Breaker + Wiring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สายไฟประกอบครบ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DD4BF"/>
                </a:solidFill>
              </a:defRPr>
            </a:pPr>
            <a:r>
              <a:t>➡️ รวมต้นทุนต่อชุด: ฿21,000 บาท  |  รวมต้นทุนโครงการ (100 ชุด): ฿2,100,000 บาท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ต้นทุนนี้ครอบคลุมชุดหัววัดเซนเซอร์ 4 ค่า (pH / TDS / Temp / Cl) + กล่อง Modela One + เราเตอร์ 4G TP-Link + ซิมรายปี + ตู้ IP65 ประกอบสำเร็จพร้อมใช้งาน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โครงสร้างราคาขายแนะนำ (แพ็กเกจโครงการ 100 ชุด)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[แบบที่ 1] ส่งมอบอุปกรณ์พร้อมระบบออนไลน์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Plug &amp; Play / Supply Only (ราคา ฿29,500 - ฿32,000 / 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📋 ขอบเขตงาน (Scope of Work):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ประกอบตู้คอนโทรลสำเร็จรูป พร้อมเดินระบบไฟภายใน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ใส่ซิมรายปีและตั้งค่าเชื่อมต่อเน็ตเวิร์ก 4G LTE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เชื่อมต่อ Modbus อ่านค่า pH, TDS, Temp, Chlorine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ตั้งค่าระบบ Modela App สำหรับดูข้อมูลและแจ้งเตือนผ่านมือถือ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จัดทำ Web Dashboard กลางรวมข้อมูลทั้ง 100 จุด</a:t>
            </a:r>
          </a:p>
          <a:p>
            <a:pPr>
              <a:spcBef>
                <a:spcPts val="800"/>
              </a:spcBef>
              <a:defRPr b="1" sz="1000">
                <a:solidFill>
                  <a:srgbClr val="0284C7"/>
                </a:solidFill>
              </a:defRPr>
            </a:pPr>
            <a:r>
              <a:t>💰 มูลค่าโครงการรวม (100 ชุด): ฿2,950,000 - ฿3,200,000 บาท</a:t>
            </a:r>
            <a:br/>
            <a:r>
              <a:t>📈 กำไรขั้นต้นโดยประมาณ: ฿850,000 - ฿1,100,000 บาท (Margin ~29-34%)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[แบบที่ 2] แบบครบวงจร รวมติดตั้งหน้างาน + สอบเทียบ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Turnkey Solution (ราคา ฿38,000 - ฿42,000 / ชุด)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📋 ขอบเขตงาน (Scope of Work):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ทุกอย่างในแบบที่ 1 (ตู้ + ซิม + Modbus + App + Web Dashboard)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ค่าแรงและทีมงานเข้าติดตั้งยึดตู้ / เดินท่อบายพาสหน้างาน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สอบเทียบ (Calibration) หัววัด pH / TDS ด้วยน้ำยามาตรฐานหน้างาน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อบรมการใช้งานระบบและส่งมอบคู่มือการปฏิบัติงาน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รับประกันระบบและบริการ On-site Service ตลอด 1 ปีเต็ม</a:t>
            </a:r>
          </a:p>
          <a:p>
            <a:pPr>
              <a:spcBef>
                <a:spcPts val="800"/>
              </a:spcBef>
              <a:defRPr b="1" sz="1000">
                <a:solidFill>
                  <a:srgbClr val="059669"/>
                </a:solidFill>
              </a:defRPr>
            </a:pPr>
            <a:r>
              <a:t>💰 มูลค่าโครงการรวม (100 ชุด): ฿3,800,000 - ฿4,200,000 บาท</a:t>
            </a:r>
            <a:br/>
            <a:r>
              <a:t>📈 กำไรขั้นต้นโดยประมาณ: ฿1,700,000 - ฿2,100,000 บาท (Margin ~45-50%)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สรุปภาพรวมข้อเสนอราคาและเงื่อนไขสัญญา (100 ชุด)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พร้อมส่งมอบอุปกรณ์และระบบแดชบอร์ดครบวงจรตามขอบเขตที่ลูกค้าเลือก:</a:t>
            </a:r>
          </a:p>
          <a:p>
            <a:pPr>
              <a:spcAft>
                <a:spcPts val="2400"/>
              </a:spcAft>
              <a:defRPr sz="1100">
                <a:solidFill>
                  <a:srgbClr val="E2E8F0"/>
                </a:solidFill>
              </a:defRPr>
            </a:pPr>
            <a:r>
              <a:t>• รวมต้นทุนฮาร์ดแวร์ต่อชุด: ฿21,000 บาท (100 ชุด = ฿2,100,000 บาท)</a:t>
            </a:r>
            <a:br/>
            <a:r>
              <a:t>• [แบบที่ 1 Plug &amp; Play]: ฿29,500 - ฿32,000 บ./ชุด (รวม ฿2.95M - ฿3.20M | กำไร ฿8.5 แสน - ฿1.1 ล้าน)</a:t>
            </a:r>
            <a:br/>
            <a:r>
              <a:t>• [แบบที่ 2 Turnkey]: ฿38,000 - ฿42,000 บ./ชุด (รวม ฿3.80M - ฿4.20M | กำไร ฿1.7 - ฿2.1 ล้าน)</a:t>
            </a:r>
            <a:br/>
            <a:r>
              <a:t>• ซอฟต์แวร์แดชบอร์ด 100 จุด: ซื้อขาด ฿2.5 - ฿6.0 แสน | รายปี ฿1.2 - ฿3.6 แสน/ปี (Recurring Income)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