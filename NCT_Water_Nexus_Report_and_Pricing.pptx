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ชุดอุปกรณ์ตรวจวัดคุณภาพน้ำอัจฉริยะสำเร็จรูป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และใบเสนอราคามาตรฐานต่อชุด</a:t>
            </a:r>
          </a:p>
          <a:p>
            <a:pPr>
              <a:spcAft>
                <a:spcPts val="2800"/>
              </a:spcAft>
              <a:defRPr sz="115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4.1 รุ่น 4G LTE Plug &amp; Play: ฿36,000 / ชุด (มีเราเตอร์ + ซิม Unlimited ฟรีปีแรก • สั่งปลีก ฿45,000 / ชุด)</a:t>
            </a:r>
            <a:br/>
            <a:r>
              <a:t>• 4.2 รุ่น Wi-Fi Direct: ฿32,000 / ชุด (ตัดเราเตอร์และซิมออก ต่อ Wi-Fi หน้างานตรง • สั่งปลีก ฿40,000 / ชุด)</a:t>
            </a:r>
            <a:br/>
            <a:r>
              <a:t>• ปีที่ 2 เป็นต้นไป: ค่าบริการ Cloud Server &amp; Software MA เดือนละ 300 บาท/จุด (เน็ตฟรีเฉพาะปีแรก)</a:t>
            </a:r>
            <a:br/>
            <a:r>
              <a:t>• ทั้งสองรุ่นผูกสิทธิ์ Web Dashboard และ Cloud ฟรีปีแรก รองรับสูงสุด 100 จุด (เกิน 100 จุดมีค่าบริหารจัดการเพิ่ม)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2.6 Pro  •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ข้อมูลผลิตภัณฑ์และข้อกำหนดทางเทคนิค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(ผูกสิทธิ์ 100 จุด)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</a:defRPr>
            </a:pPr>
            <a:r>
              <a:t>💻 ฟังก์ชันหน้าจอ Web Dashboard (ความจุ 100 จุด):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❹ ผูกสิทธิ์รองรับสูงสุด 100 จุด: ระบบจัดการโหนดกลางรองรับได้ถึง 100 สถานีในแพ็กเกจเดียว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รวมสถานีทั้งหมด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รายการอุปกรณ์ฮาร์ดแวร์ตู้คอนโทรลมาตรฐานต่อชุด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(สำหรับรุ่น 4.1 เท่านั้น)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IoT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ฟรีเฉพาะปีแรก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เดือนแรก</a:t>
            </a:r>
            <a:br/>
            <a:r>
              <a:t>• ปีที่ 2 ลูกค้ารับผิดชอบค่าเน็ตเอง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ทางเลือกการสื่อสาร: รุ่น 4G LTE (มีเราเตอร์+ซิม) vs รุ่น Wi-Fi (ตัดเราเตอร์และซิมออก ประหยัด ฿4,000/ชุด)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อุปกรณ์ประกอบสำเร็จรูป ตรวจสอบระบบไฟฟ้า และทดสอบออนไลน์ 100% ก่อนส่งมอบหน้างาน | รุ่น Wi-Fi ต่อเน็ตโรงงานโดยตรง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ใบเสนอราคาทางการ (เปรียบเทียบรุ่น 4G LTE vs รุ่น Wi-Fi)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058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4.1 รุ่น 4G LTE Plug &amp; Play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฿36,000 บาท / ชุด  (สั่งซื้อเดี่ยว: ฿45,000 บาท/ชุด)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เราเตอร์ 4G LTE อุตสาหกรรม (TP-Link TL-MR100)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ซิมเน็ต IoT 4G Unlimited Data (ฟรีเฉพาะปีแรก)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284C7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เน็ตฟรีแค่ปีแรก ปีถัดไปลูกค้าดูแลค่าซิมเอง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0058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4.2 รุ่น Wi-Fi (ตัดเราเตอร์และซิมออก)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฿32,000 บาท / ชุด  (สั่งซื้อเดี่ยว: ฿40,000 บาท/ชุด)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ตัดเราเตอร์ 4G LTE และซิมการ์ดออก (ประหยัดทันที ฿4,000)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เชื่อมต่อสัญญาณ Wi-Fi 2.4 GHz หน้างานโดยตรง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ไม่มีภาระค่าบริการซิม 4G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ชุดอุปกรณ์ตรวจวัดคุณภาพน้ำสำเร็จรูปพร้อมระบบออนไลน์ (ราคาต่อชุด):</a:t>
            </a:r>
          </a:p>
          <a:p>
            <a:pPr>
              <a:spcAft>
                <a:spcPts val="2400"/>
              </a:spcAft>
              <a:defRPr sz="1080">
                <a:solidFill>
                  <a:srgbClr val="E2E8F0"/>
                </a:solidFill>
              </a:defRPr>
            </a:pPr>
            <a:r>
              <a:t>• 4.1 รุ่น 4G LTE Plug &amp; Play: ฿36,000 บาท/ชุด (สั่งเดี่ยว ฿45,000) มีเราเตอร์ + ซิม Unlimited ฟรีปีแรก</a:t>
            </a:r>
            <a:br/>
            <a:r>
              <a:t>• 4.2 รุ่น Wi-Fi Direct: ฿32,000 บาท/ชุด (สั่งเดี่ยว ฿40,000) ตัดเราเตอร์และซิมออก ประหยัดทันที ฿4,000/ชุด</a:t>
            </a:r>
            <a:br/>
            <a:r>
              <a:t>• ปีที่ 2 เป็นต้นไป: ค่าบริการ Cloud Server License &amp; Software MA เดือนละ 300 บาท/จุด (เน็ตฟรีแค่ปีแรก)</a:t>
            </a:r>
            <a:br/>
            <a:r>
              <a:t>• เงื่อนไขขยายเกิน 100 จุด: คิดค่าบริหารจัดการระบบและขยาย Server โหนดเพิ่มเติมตามขนาดโครงการ</a:t>
            </a:r>
            <a:br/>
            <a:r>
              <a:t>• บริการเสริมติดตั้ง &amp; สอบเทียบหน้างาน (Add-on): +฿8,000 บาท/จุด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